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58" r:id="rId7"/>
    <p:sldId id="259" r:id="rId8"/>
    <p:sldId id="260" r:id="rId9"/>
    <p:sldId id="261" r:id="rId10"/>
    <p:sldId id="263" r:id="rId11"/>
    <p:sldId id="264" r:id="rId12"/>
    <p:sldId id="266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CAD6E4">
                <a:alpha val="7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6766560" cy="1508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8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Защита</a:t>
            </a:r>
            <a:endParaRPr lang="en-US" sz="4300" dirty="0"/>
          </a:p>
          <a:p>
            <a:pPr marL="0" indent="0">
              <a:buNone/>
            </a:pPr>
            <a:r>
              <a:rPr lang="ru-RU" altLang="en-US" sz="4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пройзводственной практики</a:t>
            </a:r>
            <a:endParaRPr lang="ru-RU" altLang="en-US" sz="4300" b="1" dirty="0">
              <a:solidFill>
                <a:srgbClr val="17324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3090545"/>
            <a:ext cx="6720205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54440" y="5556885"/>
            <a:ext cx="2536825" cy="34861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Студент: </a:t>
            </a:r>
            <a:r>
              <a:rPr lang="ru-RU" alt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Мокеев Иван</a:t>
            </a:r>
            <a:r>
              <a:rPr 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• Группа: </a:t>
            </a:r>
            <a:r>
              <a:rPr lang="ru-RU" alt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3993</a:t>
            </a:r>
            <a:r>
              <a:rPr 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и цель работы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82600" y="1708785"/>
            <a:ext cx="4756150" cy="20574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</a:t>
            </a:r>
            <a:r>
              <a:rPr lang="en-US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от коледжа</a:t>
            </a:r>
            <a:r>
              <a:rPr lang="en-US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сделать такс-трекер, от предприятия сделать автоматизацию удостоверений</a:t>
            </a:r>
            <a:endParaRPr lang="ru-RU" altLang="en-US" sz="18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482600" y="38728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Задачи были</a:t>
            </a:r>
            <a:r>
              <a:rPr lang="en-US" altLang="en-US"/>
              <a:t>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определить целевую аудиторию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написать рабочий продукт 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протестировать продукт</a:t>
            </a:r>
            <a:endParaRPr lang="ru-RU" altLang="en-US"/>
          </a:p>
        </p:txBody>
      </p:sp>
      <p:pic>
        <p:nvPicPr>
          <p:cNvPr id="46" name="Изображение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935" y="340360"/>
            <a:ext cx="5443220" cy="2710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Изображение 36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935" y="3258820"/>
            <a:ext cx="5535930" cy="3053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Изображение 35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568325"/>
            <a:ext cx="5319395" cy="2654300"/>
          </a:xfrm>
          <a:prstGeom prst="rect">
            <a:avLst/>
          </a:prstGeom>
        </p:spPr>
      </p:pic>
      <p:pic>
        <p:nvPicPr>
          <p:cNvPr id="36" name="Изображение 36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770" y="447675"/>
            <a:ext cx="4861560" cy="2430780"/>
          </a:xfrm>
          <a:prstGeom prst="rect">
            <a:avLst/>
          </a:prstGeom>
        </p:spPr>
      </p:pic>
      <p:pic>
        <p:nvPicPr>
          <p:cNvPr id="37" name="Изображение 37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37" y="3222625"/>
            <a:ext cx="6120130" cy="306324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381635" y="2000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Задание от предприятия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Технологии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Изображение 18"/>
          <p:cNvPicPr/>
          <p:nvPr/>
        </p:nvPicPr>
        <p:blipFill>
          <a:blip r:embed="rId1"/>
          <a:stretch>
            <a:fillRect/>
          </a:stretch>
        </p:blipFill>
        <p:spPr>
          <a:xfrm>
            <a:off x="9944100" y="2002790"/>
            <a:ext cx="1384935" cy="1497965"/>
          </a:xfrm>
          <a:prstGeom prst="rect">
            <a:avLst/>
          </a:prstGeom>
        </p:spPr>
      </p:pic>
      <p:sp>
        <p:nvSpPr>
          <p:cNvPr id="23" name="Текстовое поле 22"/>
          <p:cNvSpPr txBox="1"/>
          <p:nvPr/>
        </p:nvSpPr>
        <p:spPr>
          <a:xfrm>
            <a:off x="9606280" y="1024890"/>
            <a:ext cx="1823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Инстурменты и браузер</a:t>
            </a:r>
            <a:endParaRPr lang="ru-RU" altLang="en-US"/>
          </a:p>
        </p:txBody>
      </p:sp>
      <p:pic>
        <p:nvPicPr>
          <p:cNvPr id="24" name="Изображение 23"/>
          <p:cNvPicPr/>
          <p:nvPr/>
        </p:nvPicPr>
        <p:blipFill>
          <a:blip r:embed="rId2"/>
          <a:stretch>
            <a:fillRect/>
          </a:stretch>
        </p:blipFill>
        <p:spPr>
          <a:xfrm>
            <a:off x="10276840" y="4108450"/>
            <a:ext cx="1388745" cy="1355725"/>
          </a:xfrm>
          <a:prstGeom prst="rect">
            <a:avLst/>
          </a:prstGeom>
        </p:spPr>
      </p:pic>
      <p:pic>
        <p:nvPicPr>
          <p:cNvPr id="32" name="Изображение 31"/>
          <p:cNvPicPr/>
          <p:nvPr/>
        </p:nvPicPr>
        <p:blipFill>
          <a:blip r:embed="rId3"/>
          <a:stretch>
            <a:fillRect/>
          </a:stretch>
        </p:blipFill>
        <p:spPr>
          <a:xfrm>
            <a:off x="3277870" y="1816735"/>
            <a:ext cx="1608455" cy="1499235"/>
          </a:xfrm>
          <a:prstGeom prst="rect">
            <a:avLst/>
          </a:prstGeom>
        </p:spPr>
      </p:pic>
      <p:sp>
        <p:nvSpPr>
          <p:cNvPr id="33" name="Текстовое поле 32"/>
          <p:cNvSpPr txBox="1"/>
          <p:nvPr/>
        </p:nvSpPr>
        <p:spPr>
          <a:xfrm>
            <a:off x="902970" y="1163320"/>
            <a:ext cx="161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База данных</a:t>
            </a:r>
            <a:endParaRPr lang="ru-RU" altLang="en-US"/>
          </a:p>
        </p:txBody>
      </p:sp>
      <p:sp>
        <p:nvSpPr>
          <p:cNvPr id="34" name="Текстовое поле 33"/>
          <p:cNvSpPr txBox="1"/>
          <p:nvPr/>
        </p:nvSpPr>
        <p:spPr>
          <a:xfrm>
            <a:off x="3977005" y="958215"/>
            <a:ext cx="3039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Языки программирования</a:t>
            </a:r>
            <a:endParaRPr lang="ru-RU" altLang="en-US"/>
          </a:p>
          <a:p>
            <a:r>
              <a:rPr lang="ru-RU" altLang="en-US"/>
              <a:t>и фрейворки</a:t>
            </a:r>
            <a:endParaRPr lang="ru-RU" altLang="en-US"/>
          </a:p>
        </p:txBody>
      </p:sp>
      <p:pic>
        <p:nvPicPr>
          <p:cNvPr id="3" name="Изображение 2"/>
          <p:cNvPicPr/>
          <p:nvPr/>
        </p:nvPicPr>
        <p:blipFill>
          <a:blip r:embed="rId4"/>
          <a:stretch>
            <a:fillRect/>
          </a:stretch>
        </p:blipFill>
        <p:spPr>
          <a:xfrm>
            <a:off x="902970" y="2291715"/>
            <a:ext cx="1595755" cy="1646555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5"/>
          <a:stretch>
            <a:fillRect/>
          </a:stretch>
        </p:blipFill>
        <p:spPr>
          <a:xfrm>
            <a:off x="4649470" y="3529330"/>
            <a:ext cx="1694815" cy="174815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6"/>
          <a:stretch>
            <a:fillRect/>
          </a:stretch>
        </p:blipFill>
        <p:spPr>
          <a:xfrm>
            <a:off x="5439410" y="2002790"/>
            <a:ext cx="1564005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Демонстрация работы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Запись экрана 3 (online-video-cutter.com) 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85800" y="967105"/>
            <a:ext cx="10937875" cy="567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1. </a:t>
            </a:r>
            <a:r>
              <a:rPr lang="en-US" altLang="ru-RU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ER-</a:t>
            </a:r>
            <a:r>
              <a:rPr lang="ru-RU" alt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диаграмма</a:t>
            </a:r>
            <a:endParaRPr lang="ru-RU" altLang="en-US" sz="2700" b="1" dirty="0">
              <a:solidFill>
                <a:srgbClr val="17324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Изображение 2" descr="er_диаграмм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8465" y="140335"/>
            <a:ext cx="5850255" cy="6351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2. Алгоритм работы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Изображение 2" descr="Блок-схема расчёта прогресса спринт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895" y="241935"/>
            <a:ext cx="3919220" cy="611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5120640" cy="18288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2365" y="588010"/>
            <a:ext cx="4644390" cy="5117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14400" y="1554480"/>
            <a:ext cx="5486400" cy="19659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</a:t>
            </a:r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практической работы</a:t>
            </a:r>
            <a:r>
              <a:rPr 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достигнута.</a:t>
            </a:r>
            <a:endParaRPr lang="en-US" sz="1800" dirty="0"/>
          </a:p>
          <a:p>
            <a:r>
              <a:rPr 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Разработан и продемонстрирован рабочий вариант проекта</a:t>
            </a:r>
            <a:endParaRPr lang="en-US" sz="1800" dirty="0"/>
          </a:p>
          <a:p>
            <a:r>
              <a:rPr 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Получены навыки анализа, проектирования, разработки</a:t>
            </a:r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работы с файлами</a:t>
            </a:r>
            <a:r>
              <a:rPr 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и тестирования</a:t>
            </a:r>
            <a:r>
              <a:rPr lang="ru-RU" altLang="en-US" sz="1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ru-RU" altLang="en-US" sz="1800" dirty="0">
              <a:solidFill>
                <a:srgbClr val="1018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FA0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1508125" y="2077085"/>
            <a:ext cx="10572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6600"/>
              <a:t>спасибо </a:t>
            </a:r>
            <a:r>
              <a:rPr lang="ru-RU" altLang="en-US" sz="7200"/>
              <a:t>за внимание</a:t>
            </a:r>
            <a:endParaRPr lang="ru-RU" altLang="en-US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WPS Presentation</Application>
  <PresentationFormat>On-screen Show (16:9)</PresentationFormat>
  <Paragraphs>57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Aptos</vt:lpstr>
      <vt:lpstr>Segoe UI</vt:lpstr>
      <vt:lpstr>Aptos Display</vt:lpstr>
      <vt:lpstr>Aptos Display</vt:lpstr>
      <vt:lpstr>Aptos Display</vt:lpstr>
      <vt:lpstr>Aptos</vt:lpstr>
      <vt:lpstr>Aptos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курсовой работы</dc:title>
  <dc:creator>OpenAI</dc:creator>
  <dc:subject>Шаблон презентации для защиты курсовой работы</dc:subject>
  <cp:lastModifiedBy>King Souls</cp:lastModifiedBy>
  <cp:revision>4</cp:revision>
  <dcterms:created xsi:type="dcterms:W3CDTF">2026-04-27T10:35:00Z</dcterms:created>
  <dcterms:modified xsi:type="dcterms:W3CDTF">2026-06-23T09:50:47Z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11778F4F43C34195A66E68E32FC41513_13</vt:lpwstr>
  </property>
  <property fmtid="{D5CDD505-2E9C-101B-9397-08002B2CF9AE}" pid="3" name="KSOProductBuildVer">
    <vt:lpwstr>1049-12.1.0.26880</vt:lpwstr>
  </property>
</Properties>
</file>